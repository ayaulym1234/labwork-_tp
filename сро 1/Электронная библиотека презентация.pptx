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c4454770f2bdfb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5c4454770f2bdfb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5c4454770f2bdfb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5c4454770f2bdfb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5c4454770f2bdfb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5c4454770f2bdfb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5c4454770f2bdfb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5c4454770f2bdfb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5c4454770f2bdfb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5c4454770f2bdfb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c4454770f2bdfbc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5c4454770f2bdfbc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c4454770f2bdfb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5c4454770f2bdfb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c4454770f2bdfb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5c4454770f2bdfb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5c4454770f2bdfbc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5c4454770f2bdfbc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5c4454770f2bdfb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h5c4454770f2bdfb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5c4454770f2bdfb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h5c4454770f2bdfb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Ayaulym1234/LabWork-_T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Электронная библиотека в Python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Юнусхожаева Аяулым ИС 25-21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63275" y="4023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и </a:t>
            </a:r>
            <a:r>
              <a:rPr lang="ru"/>
              <a:t>актуальность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565375" y="1567550"/>
            <a:ext cx="3874800" cy="32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Проблема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Существующие электронные библиотеки ориентированы на продажу контента, доступ только к классике или сложную регистрацию. Небольшим организациям и учебным заведениям нужен простой локальный инструмент для ведения собственного каталога и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учета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выдачи книг без внешнего сервера и без лишней инфраструктуры.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4686750" y="1567550"/>
            <a:ext cx="3874800" cy="32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Актуальность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Первое.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Спрос на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легкие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локальные решения для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учета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книжного фонда.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Второе.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Необходимость демонстрации полного цикла работы с данными: хранение, поиск, фильтрация, изменение состояния.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Третье.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Образовательная ценность: связь модели данных, пользовательских сценариев и обработки ошибок в одном приложении.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Целевая аудитория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Читатели, библиотекари, небольшие учебные заведения и кружки.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аналогов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ЛитРес.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Сильная сторона - большой объём и удобные фильтры. Слабая сторона -платный контент, нет выдачи и возврата.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Google Books.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Сильная сторона - глобальный поиск и предпросмотр. Слабая сторона - перегруженный интерфейс, нет учёта читательских операций.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Project Gutenberg.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Сильная сторона - бесплатность и открытый доступ. Слабая сторона -только классика, нет современной литературы и системы выдачи.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Национальная электронная библиотека.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Сильная сторона -авторитетность и охват. Слабая сторона - обязательная регистрация и сложная структура каталога.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Вывод.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Ни один из аналогов не даёт простого локального каталога с прозрачной связью между карточкой книги и фактом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ее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выдачи конкретному пользователю. Наш проект закрывает этот пробел.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"/>
              <a:t>Требования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0" y="1567550"/>
            <a:ext cx="4269300" cy="3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latin typeface="Roboto"/>
                <a:ea typeface="Roboto"/>
                <a:cs typeface="Roboto"/>
                <a:sym typeface="Roboto"/>
              </a:rPr>
              <a:t>Функциональные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ФТ-1. Добавление книги с названием, автором, жанром, годом и количеством экземпляров.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ФТ-2. Поиск по названию и автору без учёта регистра.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ФТ-3. Фильтрация по жанру, диапазону годов и доступности.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ФТ-4. Выдача книги пользователю с уменьшением числа доступных экземпляров.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ФТ-5. Возврат книги с увеличением числа доступных экземпляров.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ФТ-6. Просмотр книг, взятых текущим пользователем.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ФТ-7. Сохранение состояния в файл и восстановление при запуске.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517225" y="1558575"/>
            <a:ext cx="4626900" cy="3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Нефункциональные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НФТ-1. Запуск одной командой без внешних библиотек.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НФТ-2. Понятное нумерованное меню на русском языке.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НФТ-3. Устойчивость к ошибкам ввода без падения программы.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НФТ-4. Целостность данных: доступных экземпляров не больше общего числа и не меньше нуля.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Сценарии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Читатель ищет и берет книгу. Библиотекарь добавляет новую книгу. Читатель возвращает книгу.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550" y="0"/>
            <a:ext cx="2959149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950" y="0"/>
            <a:ext cx="2959149" cy="374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50" y="1710449"/>
            <a:ext cx="3110100" cy="18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жизненного цикла и архитектура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Выбрана инкрементная модель. Обоснование: функции каталога, поиска, выдачи и возврата можно наращивать независимыми блоками, каждый инкремент даёт работоспособный результат. Каскадная модель плохо подходит из-за вероятных уточнений, спиральная избыточна, Agile требует постоянной связи с заказчиком.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Архитектура — модули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Модуль хранения данных отвечает за загрузку и сохранение JSON.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Модуль модели книги описывает карточку книги.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Модуль модели выдачи описывает связь книги и пользователя.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Модуль бизнес-логики реализует добавление, поиск, фильтрацию, выдачу, возврат.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Модуль проверки ввода валидирует поля.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Модуль интерфейса отвечает за меню и вывод таблиц.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Гитхаб и вклад автора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https://github.com/Ayaulym1234/LabWork-_TP</a:t>
            </a:r>
            <a:r>
              <a:rPr lang="ru"/>
              <a:t>     - Гитхаб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Вклад автора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Самостоятельно выполнены анализ аналогов, формализация требований, проектирование архитектуры, реализация всех модулей, обработка ошибок ввода, разработка восьми тест-кейсов и подготовка документации.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алгоритмы и структура данных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0" y="1592775"/>
            <a:ext cx="4572000" cy="3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Структуры данных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Карточка книги: идентификатор, название, автор, жанр, год, общее число экземпляров, доступное число экземпляров.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Запись о выдаче: идентификатор книги, имя пользователя, дата выдачи.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Каталог — список карточек книг. Журнал выдач — список записей о выдаче.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722525" y="1592775"/>
            <a:ext cx="4421400" cy="3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Алгоритмы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Добавление. Проверка полей, создание карточки с новым идентификатором, добавление в каталог, сохранение.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Поиск. Приведение запроса к нижнему регистру, проход по каталогу, отбор совпадений по названию и автору.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Фильтрация. Последовательное сужение списка по жанру, диапазону годов и доступности.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Выдача. Проверка пользователя, наличия книги, доступных экземпляров и отсутствия повторной выдачи, затем уменьшение счётчика и запись в журнал.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Возврат. Поиск записи о выдаче, удаление из журнала, увеличение счётчика доступных экземпляров.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340275" y="0"/>
            <a:ext cx="4143600" cy="10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и демонстрация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0" y="1088100"/>
            <a:ext cx="5096400" cy="4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Интерфейс - консольное нумерованное меню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Показать все книги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Поиск по названию или автору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Фильтрация по жанру, году, доступности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Взять книгу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Вернуть книгу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Добавить книгу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Мои выданные книги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Сменить пользователя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Выход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Демонстрация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Показ каталога с тремя демонстрационными книгами.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Поиск по фамилии автора и вывод найденной книги.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Выдача книги и уменьшение счётчика доступных экземпляров.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Попытка выдать недоступную книгу и получение понятного сообщения об ошибке.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Возврат книги и восстановление счетчика.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13" y="1088088"/>
            <a:ext cx="45815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Тестирования и результаты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Т-01. Добавление корректной книги. Ожидание: книга добавлена. Факт: добавлена.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Т-02. Поиск по автору. Ожидание: одна книга. Факт: одна книга.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Т-03. Выдача книги. Ожидание: доступных экземпляров стало меньше. Факт: уменьшилось на единицу.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Т-04. Возврат книги. Ожидание: доступных экземпляров стало больше. Факт: увеличилось на единицу.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Т-05. Пустое название. Ожидание: сообщение об ошибке. Факт: сообщение выведено, книга не добавлена.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Т-06. Некорректный год 3000. Ожидание: сообщение об ошибке. Факт: сообщение выведено.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Т-07. Ноль экземпляров. Ожидание: сообщение об ошибке. Факт: сообщение выведено.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Т-08. Последний экземпляр, второй читатель. Ожидание: отказ в выдаче. Факт: отказ с корректным сообщением. PASS.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Итог: восемь из восьми тестов пройдено.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Разработано рабочее консольное приложение для ведения каталога книг с поиском, фильтрацией, выдачей и возвратом. Реализованы все заявленные функциональные и нефункциональные требования. Приложение устойчиво к ошибкам ввода и сохраняет состояние между запусками. Все восемь тестов пройдены.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Перспективы развития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Первое. Переход на веб-интерфейс с использованием Flask или FastAPI.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Второе. Подключение базы данных SQLite или PostgreSQL вместо JSON.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Третье. Разграничение ролей читателя и библиотекаря с авторизацией.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Четвёртое. Добавление сроков выдачи, уведомлений о просрочке и истории операций.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Пятое. Экспорт каталога в CSV и печать отчетов.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